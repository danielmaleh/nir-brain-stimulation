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things: the physical device, the software that runs a session and tags the EEG, and the working loop. The loop at the bottom is the point: nothing goes on a participant until the physical board has confirmed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row: the three numbers that matter, all measured on the real board. Bottom left: the three problems worth telling as stories. Bottom right: what stands between here and the first participant.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standalone tPBM device, the software around it, and a way of working that kept it safe.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53384" cy="3017520"/>
          </a:xfrm>
          <a:prstGeom prst="roundRect">
            <a:avLst>
              <a:gd name="adj" fmla="val 454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C8451B"/>
          </a:solidFill>
          <a:ln w="12700">
            <a:solidFill>
              <a:srgbClr val="C8451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031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965960"/>
            <a:ext cx="2264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device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97480"/>
            <a:ext cx="29047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Arduino-driven 850 nm LED array, pulsed at 10 Hz or 40 Hz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Heater for the warmth-only control condition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temperature sensor with a 40 °C automatic cut-off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67784" y="1691640"/>
            <a:ext cx="3453384" cy="3017520"/>
          </a:xfrm>
          <a:prstGeom prst="roundRect">
            <a:avLst>
              <a:gd name="adj" fmla="val 454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42104" y="1965960"/>
            <a:ext cx="548640" cy="54864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9264" y="21031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27904" y="1965960"/>
            <a:ext cx="2264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42104" y="2697480"/>
            <a:ext cx="29047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task page runs the session and the reaction-time test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is sent as a marker into the EEG recording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logs each light pulse and temperature reading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86928" y="1691640"/>
            <a:ext cx="3453384" cy="3017520"/>
          </a:xfrm>
          <a:prstGeom prst="roundRect">
            <a:avLst>
              <a:gd name="adj" fmla="val 454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61248" y="1965960"/>
            <a:ext cx="548640" cy="548640"/>
          </a:xfrm>
          <a:prstGeom prst="ellipse">
            <a:avLst/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8408" y="21031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47048" y="1965960"/>
            <a:ext cx="2264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worked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461248" y="2697480"/>
            <a:ext cx="29047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tested on the real board before use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 scripts with automatic abort limits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stored as files, not typed by hand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1657807" y="5509260"/>
            <a:ext cx="8873338" cy="0"/>
          </a:xfrm>
          <a:prstGeom prst="line">
            <a:avLst/>
          </a:prstGeom>
          <a:noFill/>
          <a:ln w="25400">
            <a:solidFill>
              <a:srgbClr val="D5D9D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406347" y="5257800"/>
            <a:ext cx="502920" cy="50292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2077" y="538353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8640" y="5852160"/>
            <a:ext cx="22183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&amp; check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3624682" y="5257800"/>
            <a:ext cx="502920" cy="50292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0412" y="5383530"/>
            <a:ext cx="251460" cy="25146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2766974" y="5852160"/>
            <a:ext cx="22183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5843016" y="5257800"/>
            <a:ext cx="502920" cy="502920"/>
          </a:xfrm>
          <a:prstGeom prst="ellipse">
            <a:avLst/>
          </a:prstGeom>
          <a:solidFill>
            <a:srgbClr val="C8451B"/>
          </a:solidFill>
          <a:ln w="12700">
            <a:solidFill>
              <a:srgbClr val="C8451B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8746" y="5383530"/>
            <a:ext cx="251460" cy="25146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985309" y="5852160"/>
            <a:ext cx="22183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hardware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8061350" y="5257800"/>
            <a:ext cx="502920" cy="50292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7080" y="5383530"/>
            <a:ext cx="251460" cy="25146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7203643" y="5852160"/>
            <a:ext cx="22183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10279685" y="5257800"/>
            <a:ext cx="502920" cy="50292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05415" y="5383530"/>
            <a:ext cx="251460" cy="25146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9421978" y="5852160"/>
            <a:ext cx="22183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session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device works on the bench. A few things remain before the first participant.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53384" cy="1554480"/>
          </a:xfrm>
          <a:prstGeom prst="roundRect">
            <a:avLst>
              <a:gd name="adj" fmla="val 882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40 Hz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2904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rate measured exactly, no dropped pulses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67784" y="1691640"/>
            <a:ext cx="3453384" cy="1554480"/>
          </a:xfrm>
          <a:prstGeom prst="roundRect">
            <a:avLst>
              <a:gd name="adj" fmla="val 882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42104" y="187452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 °C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642104" y="2606040"/>
            <a:ext cx="2904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Overshoot of the warmth control (was 2.75 °C)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86928" y="1691640"/>
            <a:ext cx="3453384" cy="1554480"/>
          </a:xfrm>
          <a:prstGeom prst="roundRect">
            <a:avLst>
              <a:gd name="adj" fmla="val 882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61248" y="187452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°C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461248" y="2606040"/>
            <a:ext cx="2904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cut-off, verified: heater stops on command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611880"/>
            <a:ext cx="5317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along the way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384048" cy="384048"/>
          </a:xfrm>
          <a:prstGeom prst="ellipse">
            <a:avLst/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" y="4302252"/>
            <a:ext cx="192024" cy="19202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097280" y="4114800"/>
            <a:ext cx="47685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strip turned out to be 24 V: power stage redesigned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4828032"/>
            <a:ext cx="384048" cy="384048"/>
          </a:xfrm>
          <a:prstGeom prst="ellipse">
            <a:avLst/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" y="4924044"/>
            <a:ext cx="192024" cy="19202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097280" y="4736592"/>
            <a:ext cx="47685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Heater runaway traced to wiring, not firmware, and fixed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48640" y="5449824"/>
            <a:ext cx="384048" cy="384048"/>
          </a:xfrm>
          <a:prstGeom prst="ellipse">
            <a:avLst/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" y="5545836"/>
            <a:ext cx="192024" cy="19202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097280" y="5358384"/>
            <a:ext cx="47685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markers were being dropped: now sent as numeric codes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6323076" y="3611880"/>
            <a:ext cx="5317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6323076" y="4206240"/>
            <a:ext cx="384048" cy="384048"/>
          </a:xfrm>
          <a:prstGeom prst="ellipse">
            <a:avLst/>
          </a:prstGeom>
          <a:solidFill>
            <a:srgbClr val="C8451B"/>
          </a:solidFill>
          <a:ln w="12700">
            <a:solidFill>
              <a:srgbClr val="C8451B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4302252"/>
            <a:ext cx="192024" cy="19202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871716" y="4114800"/>
            <a:ext cx="47685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LED strip heating seen in long bench runs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6323076" y="4828032"/>
            <a:ext cx="384048" cy="384048"/>
          </a:xfrm>
          <a:prstGeom prst="ellipse">
            <a:avLst/>
          </a:prstGeom>
          <a:solidFill>
            <a:srgbClr val="C8451B"/>
          </a:solidFill>
          <a:ln w="12700">
            <a:solidFill>
              <a:srgbClr val="C8451B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4924044"/>
            <a:ext cx="192024" cy="19202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871716" y="4736592"/>
            <a:ext cx="47685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hardware thermal fuse and measure the light dose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6323076" y="5449824"/>
            <a:ext cx="384048" cy="384048"/>
          </a:xfrm>
          <a:prstGeom prst="ellipse">
            <a:avLst/>
          </a:prstGeom>
          <a:solidFill>
            <a:srgbClr val="C8451B"/>
          </a:solidFill>
          <a:ln w="12700">
            <a:solidFill>
              <a:srgbClr val="C8451B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5545836"/>
            <a:ext cx="192024" cy="19202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871716" y="5358384"/>
            <a:ext cx="47685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session with EEG, then start participants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tPBM device: what we built and where we are</dc:title>
  <dc:subject>PptxGenJS Presentation</dc:subject>
  <dc:creator>Daniel Elmaleh</dc:creator>
  <cp:lastModifiedBy>Daniel Elmaleh</cp:lastModifiedBy>
  <cp:revision>1</cp:revision>
  <dcterms:created xsi:type="dcterms:W3CDTF">2026-09-09T03:47:55Z</dcterms:created>
  <dcterms:modified xsi:type="dcterms:W3CDTF">2026-09-09T03:47:55Z</dcterms:modified>
</cp:coreProperties>
</file>